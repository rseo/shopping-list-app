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Technology Trends 2025-2026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Developments Shaping the AI Landscape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1645920" cy="25603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38100">
            <a:solidFill>
              <a:srgbClr val="06B6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828800"/>
            <a:ext cx="1645920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🔧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LLMs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강력하고 효율적인 대형언어모델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48840" y="1828800"/>
            <a:ext cx="1645920" cy="25603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38100">
            <a:solidFill>
              <a:srgbClr val="8B5C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48840" y="1828800"/>
            <a:ext cx="164592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2148840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🎨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240280" y="2880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AI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40280" y="3429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텍스트, 이미지, 음성 통합 처리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31920" y="1828800"/>
            <a:ext cx="1645920" cy="25603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38100">
            <a:solidFill>
              <a:srgbClr val="EC489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931920" y="1828800"/>
            <a:ext cx="1645920" cy="3200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0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023360" y="2880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23360" y="3429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자율적으로 작동하는 지능형 에이전트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15000" y="1828800"/>
            <a:ext cx="1645920" cy="25603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38100">
            <a:solidFill>
              <a:srgbClr val="F9731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715000" y="1828800"/>
            <a:ext cx="1645920" cy="320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✨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806440" y="2880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06440" y="3429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콘텐츠 생성형 AI의 활용 확대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98080" y="1828800"/>
            <a:ext cx="1645920" cy="25603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38100">
            <a:solidFill>
              <a:srgbClr val="22C55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0" y="1828800"/>
            <a:ext cx="1645920" cy="3200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0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7589520" y="2880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AI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589520" y="3429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기기 내에서 동작하는 경량 AI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AI는 기술 혁신의 중심축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각 영역에서 새로운 기능과 활용처 확대  • 조직의 경쟁력 향상을 위한 핵심 전략  • 지속적인 학습과 적응이 필수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Technology Trends 2025-2026</dc:title>
  <dc:subject>PptxGenJS Presentation</dc:subject>
  <dc:creator>AI Analysis</dc:creator>
  <cp:lastModifiedBy>AI Analysis</cp:lastModifiedBy>
  <cp:revision>1</cp:revision>
  <dcterms:created xsi:type="dcterms:W3CDTF">2026-05-04T05:44:48Z</dcterms:created>
  <dcterms:modified xsi:type="dcterms:W3CDTF">2026-05-04T05:44:48Z</dcterms:modified>
</cp:coreProperties>
</file>